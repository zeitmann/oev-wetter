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rchive.opentransportdata.swiss/timetable_gtfs.htm" TargetMode="External"/><Relationship Id="rId5" Type="http://schemas.openxmlformats.org/officeDocument/2006/relationships/hyperlink" Target="https://www.swisstopo.admin.ch" TargetMode="External"/><Relationship Id="rId6" Type="http://schemas.openxmlformats.org/officeDocument/2006/relationships/hyperlink" Target="https://company.sbb.ch/de/unternehmen/verantwortung/kunden/puenktlichkeit.html" TargetMode="External"/><Relationship Id="rId7" Type="http://schemas.openxmlformats.org/officeDocument/2006/relationships/hyperlink" Target="https://duckdb.org/do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7</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8</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3"/>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4"/>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5"/>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6"/>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7"/>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A</dc:title>
  <dc:subject>Konzept, Hypothesen, Methodik und Lifecycle</dc:subject>
  <dc:creator>Timon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