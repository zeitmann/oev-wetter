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Gesamtdauer des Referats: 15 Minuten, je ca. 5 Minuten pro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7 Minuten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rchive.opentransportdata.swiss/timetable_gtfs.htm" TargetMode="External"/><Relationship Id="rId5" Type="http://schemas.openxmlformats.org/officeDocument/2006/relationships/hyperlink" Target="https://www.swisstopo.admin.ch" TargetMode="External"/><Relationship Id="rId6" Type="http://schemas.openxmlformats.org/officeDocument/2006/relationships/hyperlink" Target="https://company.sbb.ch/de/unternehmen/verantwortung/kunden/puenktlichkeit.html" TargetMode="External"/><Relationship Id="rId7" Type="http://schemas.openxmlformats.org/officeDocument/2006/relationships/hyperlink" Target="https://duckdb.org/doc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371600"/>
            <a:ext cx="11155680" cy="457200"/>
          </a:xfrm>
          <a:prstGeom prst="rect">
            <a:avLst/>
          </a:prstGeom>
          <a:noFill/>
        </p:spPr>
        <p:txBody>
          <a:bodyPr wrap="square">
            <a:spAutoFit/>
          </a:bodyPr>
          <a:lstStyle/>
          <a:p>
            <a:pPr>
              <a:spcAft>
                <a:spcPts val="1200"/>
              </a:spcAft>
              <a:defRPr sz="2000" b="1" i="0">
                <a:solidFill>
                  <a:srgbClr val="167D8D"/>
                </a:solidFill>
                <a:latin typeface="Aptos"/>
              </a:defRPr>
            </a:pPr>
            <a:r>
              <a:t>PROJEKTARBEIT TEIL 1 · DATA ENGINEERING HS26</a:t>
            </a:r>
          </a:p>
        </p:txBody>
      </p:sp>
      <p:sp>
        <p:nvSpPr>
          <p:cNvPr id="6" name="TextBox 5"/>
          <p:cNvSpPr txBox="1"/>
          <p:nvPr/>
        </p:nvSpPr>
        <p:spPr>
          <a:xfrm>
            <a:off x="502920" y="2011680"/>
            <a:ext cx="11155680" cy="2011680"/>
          </a:xfrm>
          <a:prstGeom prst="rect">
            <a:avLst/>
          </a:prstGeom>
          <a:noFill/>
        </p:spPr>
        <p:txBody>
          <a:bodyPr wrap="square">
            <a:spAutoFit/>
          </a:bodyPr>
          <a:lstStyle/>
          <a:p>
            <a:pPr>
              <a:spcAft>
                <a:spcPts val="1200"/>
              </a:spcAft>
              <a:defRPr sz="4600" b="1" i="0">
                <a:solidFill>
                  <a:srgbClr val="17364A"/>
                </a:solidFill>
                <a:latin typeface="Aptos"/>
              </a:defRPr>
            </a:pPr>
            <a:r>
              <a:t>Beeinflusst das Wetter die Pünktlichkeit des öV?</a:t>
            </a:r>
          </a:p>
        </p:txBody>
      </p:sp>
      <p:sp>
        <p:nvSpPr>
          <p:cNvPr id="7" name="TextBox 6"/>
          <p:cNvSpPr txBox="1"/>
          <p:nvPr/>
        </p:nvSpPr>
        <p:spPr>
          <a:xfrm>
            <a:off x="502920" y="3931920"/>
            <a:ext cx="11155680" cy="548640"/>
          </a:xfrm>
          <a:prstGeom prst="rect">
            <a:avLst/>
          </a:prstGeom>
          <a:noFill/>
        </p:spPr>
        <p:txBody>
          <a:bodyPr wrap="square">
            <a:spAutoFit/>
          </a:bodyPr>
          <a:lstStyle/>
          <a:p>
            <a:pPr>
              <a:spcAft>
                <a:spcPts val="1200"/>
              </a:spcAft>
              <a:defRPr sz="2600" b="1" i="0">
                <a:solidFill>
                  <a:srgbClr val="167D8D"/>
                </a:solidFill>
                <a:latin typeface="Aptos"/>
              </a:defRPr>
            </a:pPr>
            <a:r>
              <a:t>Bahn und Bus in der Ostschweiz, Winter 2026</a:t>
            </a:r>
          </a:p>
        </p:txBody>
      </p:sp>
      <p:sp>
        <p:nvSpPr>
          <p:cNvPr id="8" name="TextBox 7"/>
          <p:cNvSpPr txBox="1"/>
          <p:nvPr/>
        </p:nvSpPr>
        <p:spPr>
          <a:xfrm>
            <a:off x="502920" y="4754880"/>
            <a:ext cx="11155680" cy="457200"/>
          </a:xfrm>
          <a:prstGeom prst="rect">
            <a:avLst/>
          </a:prstGeom>
          <a:noFill/>
        </p:spPr>
        <p:txBody>
          <a:bodyPr wrap="square">
            <a:spAutoFit/>
          </a:bodyPr>
          <a:lstStyle/>
          <a:p>
            <a:pPr>
              <a:spcAft>
                <a:spcPts val="1200"/>
              </a:spcAft>
              <a:defRPr sz="2200" b="0" i="0">
                <a:solidFill>
                  <a:srgbClr val="17364A"/>
                </a:solidFill>
                <a:latin typeface="Aptos"/>
              </a:defRPr>
            </a:pPr>
            <a:r>
              <a:t>Gruppe 4: Timon, Aladin, Enis</a:t>
            </a:r>
          </a:p>
        </p:txBody>
      </p:sp>
      <p:sp>
        <p:nvSpPr>
          <p:cNvPr id="9" name="TextBox 8"/>
          <p:cNvSpPr txBox="1"/>
          <p:nvPr/>
        </p:nvSpPr>
        <p:spPr>
          <a:xfrm>
            <a:off x="502920" y="5303520"/>
            <a:ext cx="11155680" cy="457200"/>
          </a:xfrm>
          <a:prstGeom prst="rect">
            <a:avLst/>
          </a:prstGeom>
          <a:noFill/>
        </p:spPr>
        <p:txBody>
          <a:bodyPr wrap="square">
            <a:spAutoFit/>
          </a:bodyPr>
          <a:lstStyle/>
          <a:p>
            <a:pPr>
              <a:spcAft>
                <a:spcPts val="1200"/>
              </a:spcAft>
              <a:defRPr sz="1800" b="0" i="0">
                <a:solidFill>
                  <a:srgbClr val="53616B"/>
                </a:solidFill>
                <a:latin typeface="Aptos"/>
              </a:defRPr>
            </a:pPr>
            <a:r>
              <a:t>Kolloquium 4. November 2026, 18:00 · Raum SW 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Drei Pakete, je ca. 5 Minuten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rein</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 (7 Minuten)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oder Schnee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H1 wird mit starkem Niederschlag getestet; Schnee/Frost läuft als ergänzende Variable mit.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7</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Abgabe Teil 2: 8. Dezember 2026 · Fragen und Diskussion (7 Minuten)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8</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3"/>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4"/>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5"/>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6"/>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7"/>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A</dc:title>
  <dc:subject>Konzept, Hypothesen, Methodik und Lifecycle</dc:subject>
  <dc:creator>Timon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